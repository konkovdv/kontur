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число часов. Матрица — 132 параметра организатора, не наш список.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 пишет CANDIDATE. CONFIRMED_VIOLATION пишет только инспектор.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произносить процент готовности. 55 и 72 — разбивка покрытия.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обещать Character Accuracy. SILVER n=5935, порог не взят, гейт I открыт.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Инъекция в PDF может испортить кандидата, не статус. VLM на критическом пути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Гейты I, J, K, L открыты. Это слайд честности, не слайд победы по метрике.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организатора 28: прокрутка кликом не считается. Гейт K открыт.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цитировать чужие бенчмарки как точность Контура. ARCHER и DocTrace — ориентир постановки, не наш эксперимент.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Свободный поиск 0 из 4. Гейты J и K открыты. Не обещать закрытие к вечеру.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ставить тег самому. Кабель на Linux не вынут — так и говорить, если спросят про холодный запуск.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МОСГОССТРОЙНАДЗОР  ·  ЗАДАЧА №10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Инспектор сверяет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стадии вручную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37033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CB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ПД, РД и ИД по одной матрице из 132 параметров. Часы на объект в репозитории не измерены — и поэтому на слайд не ставятся.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0" y="1554480"/>
            <a:ext cx="2926080" cy="3291840"/>
          </a:xfrm>
          <a:prstGeom prst="roundRect">
            <a:avLst>
              <a:gd name="adj" fmla="val 3750"/>
            </a:avLst>
          </a:prstGeom>
          <a:solidFill>
            <a:srgbClr val="2A2420"/>
          </a:solidFill>
          <a:ln/>
        </p:spPr>
      </p:sp>
      <p:sp>
        <p:nvSpPr>
          <p:cNvPr id="6" name="Text 4"/>
          <p:cNvSpPr/>
          <p:nvPr/>
        </p:nvSpPr>
        <p:spPr>
          <a:xfrm>
            <a:off x="8915400" y="1783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104120" y="19202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15400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104120" y="2880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15400" y="3703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ИД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10412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исполнительная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Кандидат с доказательством.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 остаётся у инспектора.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2121408" cy="3566160"/>
          </a:xfrm>
          <a:prstGeom prst="roundRect">
            <a:avLst>
              <a:gd name="adj" fmla="val 4310"/>
            </a:avLst>
          </a:prstGeom>
          <a:solidFill>
            <a:srgbClr val="FFFBF5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67512" y="30632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Редакция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67512" y="384048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Голова по шифру.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Пустой шифр чужой том не прячет.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88920" y="2240280"/>
            <a:ext cx="2121408" cy="3566160"/>
          </a:xfrm>
          <a:prstGeom prst="roundRect">
            <a:avLst>
              <a:gd name="adj" fmla="val 4310"/>
            </a:avLst>
          </a:prstGeom>
          <a:solidFill>
            <a:srgbClr val="FFFBF5"/>
          </a:solidFill>
          <a:ln/>
        </p:spPr>
      </p:sp>
      <p:sp>
        <p:nvSpPr>
          <p:cNvPr id="9" name="Text 7"/>
          <p:cNvSpPr/>
          <p:nvPr/>
        </p:nvSpPr>
        <p:spPr>
          <a:xfrm>
            <a:off x="2953512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953512" y="30632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Экстрактор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53512" y="384048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там, где он есть.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Иначе правило молчит.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74920" y="2240280"/>
            <a:ext cx="2121408" cy="3566160"/>
          </a:xfrm>
          <a:prstGeom prst="roundRect">
            <a:avLst>
              <a:gd name="adj" fmla="val 4310"/>
            </a:avLst>
          </a:prstGeom>
          <a:solidFill>
            <a:srgbClr val="FFFBF5"/>
          </a:solidFill>
          <a:ln/>
        </p:spPr>
      </p:sp>
      <p:sp>
        <p:nvSpPr>
          <p:cNvPr id="13" name="Text 11"/>
          <p:cNvSpPr/>
          <p:nvPr/>
        </p:nvSpPr>
        <p:spPr>
          <a:xfrm>
            <a:off x="5239512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39512" y="30632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Компаратор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39512" y="384048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значений.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текст модели.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60920" y="2240280"/>
            <a:ext cx="2121408" cy="3566160"/>
          </a:xfrm>
          <a:prstGeom prst="roundRect">
            <a:avLst>
              <a:gd name="adj" fmla="val 4310"/>
            </a:avLst>
          </a:prstGeom>
          <a:solidFill>
            <a:srgbClr val="FFFBF5"/>
          </a:solidFill>
          <a:ln/>
        </p:spPr>
      </p:sp>
      <p:sp>
        <p:nvSpPr>
          <p:cNvPr id="17" name="Text 15"/>
          <p:cNvSpPr/>
          <p:nvPr/>
        </p:nvSpPr>
        <p:spPr>
          <a:xfrm>
            <a:off x="7525512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525512" y="30632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Карточка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25512" y="384048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SHA-256, страница,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646920" y="2240280"/>
            <a:ext cx="2121408" cy="3566160"/>
          </a:xfrm>
          <a:prstGeom prst="roundRect">
            <a:avLst>
              <a:gd name="adj" fmla="val 4310"/>
            </a:avLst>
          </a:prstGeom>
          <a:solidFill>
            <a:srgbClr val="FFFBF5"/>
          </a:solidFill>
          <a:ln/>
        </p:spPr>
      </p:sp>
      <p:sp>
        <p:nvSpPr>
          <p:cNvPr id="21" name="Text 19"/>
          <p:cNvSpPr/>
          <p:nvPr/>
        </p:nvSpPr>
        <p:spPr>
          <a:xfrm>
            <a:off x="9811512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811512" y="30632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Инспектор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811512" y="384048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Подтвердить или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отклонить с причиной.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132 параметра — данные,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ручной список в коде.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063240" cy="1691640"/>
          </a:xfrm>
          <a:prstGeom prst="roundRect">
            <a:avLst>
              <a:gd name="adj" fmla="val 5405"/>
            </a:avLst>
          </a:prstGeom>
          <a:solidFill>
            <a:srgbClr val="FFFBF5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24231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F4D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исполняются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49040" y="2240280"/>
            <a:ext cx="3063240" cy="1691640"/>
          </a:xfrm>
          <a:prstGeom prst="roundRect">
            <a:avLst>
              <a:gd name="adj" fmla="val 5405"/>
            </a:avLst>
          </a:prstGeom>
          <a:solidFill>
            <a:srgbClr val="FFFBF5"/>
          </a:solidFill>
          <a:ln/>
        </p:spPr>
      </p:sp>
      <p:sp>
        <p:nvSpPr>
          <p:cNvPr id="8" name="Text 6"/>
          <p:cNvSpPr/>
          <p:nvPr/>
        </p:nvSpPr>
        <p:spPr>
          <a:xfrm>
            <a:off x="3950208" y="24231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950208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экстрактора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3063240" cy="1691640"/>
          </a:xfrm>
          <a:prstGeom prst="roundRect">
            <a:avLst>
              <a:gd name="adj" fmla="val 5405"/>
            </a:avLst>
          </a:prstGeom>
          <a:solidFill>
            <a:srgbClr val="FFFBF5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97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6B62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04088" y="5120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49040" y="4114800"/>
            <a:ext cx="3063240" cy="1691640"/>
          </a:xfrm>
          <a:prstGeom prst="roundRect">
            <a:avLst>
              <a:gd name="adj" fmla="val 5405"/>
            </a:avLst>
          </a:prstGeom>
          <a:solidFill>
            <a:srgbClr val="FFFBF5"/>
          </a:solidFill>
          <a:ln/>
        </p:spPr>
      </p:sp>
      <p:sp>
        <p:nvSpPr>
          <p:cNvPr id="14" name="Text 12"/>
          <p:cNvSpPr/>
          <p:nvPr/>
        </p:nvSpPr>
        <p:spPr>
          <a:xfrm>
            <a:off x="3950208" y="4297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6B62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950208" y="51206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источника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040880" y="2240280"/>
            <a:ext cx="4617720" cy="3566160"/>
          </a:xfrm>
          <a:prstGeom prst="roundRect">
            <a:avLst>
              <a:gd name="adj" fmla="val 2564"/>
            </a:avLst>
          </a:prstGeom>
          <a:solidFill>
            <a:srgbClr val="1C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2468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0" y="2971800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1 ТЗ.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— JSON в data/matrix.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компаратора общий.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«132 проверки сделаны».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Сначала вектор страницы.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OCR — запасной путь.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164592" cy="777240"/>
          </a:xfrm>
          <a:prstGeom prst="roundRect">
            <a:avLst>
              <a:gd name="adj" fmla="val 22222"/>
            </a:avLst>
          </a:prstGeom>
          <a:solidFill>
            <a:srgbClr val="1F4D3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Вектор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108960" y="21031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pdfium читает текстовый слой. Координаты после CropBox, MediaBox и Rotate.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3108960"/>
            <a:ext cx="164592" cy="777240"/>
          </a:xfrm>
          <a:prstGeom prst="roundRect">
            <a:avLst>
              <a:gd name="adj" fmla="val 22222"/>
            </a:avLst>
          </a:prstGeom>
          <a:solidFill>
            <a:srgbClr val="9A341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1089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108960" y="3108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Пустой слой: eslav PP-OCRv5, затем Tesseract. Статус MEASURED. Порог 0,95 не взят.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164592" cy="777240"/>
          </a:xfrm>
          <a:prstGeom prst="roundRect">
            <a:avLst>
              <a:gd name="adj" fmla="val 22222"/>
            </a:avLst>
          </a:prstGeom>
          <a:solidFill>
            <a:srgbClr val="1F4D3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Штамп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108960" y="41148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Второе чтение графы утверждения. «Согласовано» и «ГИП» эталоном не считаются.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5120640"/>
            <a:ext cx="164592" cy="777240"/>
          </a:xfrm>
          <a:prstGeom prst="roundRect">
            <a:avLst>
              <a:gd name="adj" fmla="val 22222"/>
            </a:avLst>
          </a:prstGeom>
          <a:solidFill>
            <a:srgbClr val="1F4D3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120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108960" y="512064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компаратор на правило. Модель вердикт не меняет.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не пишет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вердикт.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29260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CB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Разрешено извлекать кандидата и черновик объяснения. Поле finding_status и результат компаратора модель не меняет.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0" y="1188720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2A2420"/>
          </a:solidFill>
          <a:ln/>
        </p:spPr>
      </p:sp>
      <p:sp>
        <p:nvSpPr>
          <p:cNvPr id="6" name="Text 4"/>
          <p:cNvSpPr/>
          <p:nvPr/>
        </p:nvSpPr>
        <p:spPr>
          <a:xfrm>
            <a:off x="8001000" y="13258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 инспектор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01000" y="16916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CONFIRMED_VIOLATION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0" y="2606040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2A2420"/>
          </a:solidFill>
          <a:ln/>
        </p:spPr>
      </p:sp>
      <p:sp>
        <p:nvSpPr>
          <p:cNvPr id="9" name="Text 7"/>
          <p:cNvSpPr/>
          <p:nvPr/>
        </p:nvSpPr>
        <p:spPr>
          <a:xfrm>
            <a:off x="800100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 автомат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01000" y="3108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CANDIDATE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0" y="4023360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2A2420"/>
          </a:solidFill>
          <a:ln/>
        </p:spPr>
      </p:sp>
      <p:sp>
        <p:nvSpPr>
          <p:cNvPr id="12" name="Text 10"/>
          <p:cNvSpPr/>
          <p:nvPr/>
        </p:nvSpPr>
        <p:spPr>
          <a:xfrm>
            <a:off x="8001000" y="41605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нарушение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01000" y="4526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нет документа стадии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АРГУМЕНТ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контура. Один процент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готовности мы не складываем.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57400"/>
            <a:ext cx="3611880" cy="3794760"/>
          </a:xfrm>
          <a:prstGeom prst="roundRect">
            <a:avLst>
              <a:gd name="adj" fmla="val 2532"/>
            </a:avLst>
          </a:prstGeom>
          <a:solidFill>
            <a:srgbClr val="FFFBF5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2057400"/>
            <a:ext cx="3611880" cy="146304"/>
          </a:xfrm>
          <a:prstGeom prst="roundRect">
            <a:avLst>
              <a:gd name="adj" fmla="val 25000"/>
            </a:avLst>
          </a:prstGeom>
          <a:solidFill>
            <a:srgbClr val="1F4D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Контракт, пайплайн, карточка, протокол, 55 правил с экстрактором.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2057400"/>
            <a:ext cx="3611880" cy="3794760"/>
          </a:xfrm>
          <a:prstGeom prst="roundRect">
            <a:avLst>
              <a:gd name="adj" fmla="val 2532"/>
            </a:avLst>
          </a:prstGeom>
          <a:solidFill>
            <a:srgbClr val="FFFBF5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2057400"/>
            <a:ext cx="3611880" cy="146304"/>
          </a:xfrm>
          <a:prstGeom prst="roundRect">
            <a:avLst>
              <a:gd name="adj" fmla="val 25000"/>
            </a:avLst>
          </a:prstGeom>
          <a:solidFill>
            <a:srgbClr val="9A3412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Acceptance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frozen val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3474720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раздела 14. Рядом n и нижняя граница Wilson. Пока не измерены.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83880" y="2057400"/>
            <a:ext cx="3611880" cy="3794760"/>
          </a:xfrm>
          <a:prstGeom prst="roundRect">
            <a:avLst>
              <a:gd name="adj" fmla="val 2532"/>
            </a:avLst>
          </a:prstGeom>
          <a:solidFill>
            <a:srgbClr val="FFFB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183880" y="2057400"/>
            <a:ext cx="3611880" cy="146304"/>
          </a:xfrm>
          <a:prstGeom prst="roundRect">
            <a:avLst>
              <a:gd name="adj" fmla="val 25000"/>
            </a:avLst>
          </a:prstGeom>
          <a:solidFill>
            <a:srgbClr val="1C1917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1248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конкурса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0" y="3474720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OIDC, TLS, живой РиН, УКЭП. На хакатоне это не блокер.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действия от списка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кандидатов до записи решения.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45920" y="21945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Открыть карточку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Файл, шифр, редакция, лист, polygon.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45920" y="3474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Выбрать исход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4592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Подтвердить, отклонить с причиной или уточнить.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645920" y="4754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Сохранить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5166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 и решение пишутся в аудит.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589520" y="2194560"/>
            <a:ext cx="4069080" cy="3611880"/>
          </a:xfrm>
          <a:prstGeom prst="roundRect">
            <a:avLst>
              <a:gd name="adj" fmla="val 2532"/>
            </a:avLst>
          </a:prstGeom>
          <a:solidFill>
            <a:srgbClr val="1C1917"/>
          </a:solidFill>
          <a:ln/>
        </p:spPr>
      </p:sp>
      <p:sp>
        <p:nvSpPr>
          <p:cNvPr id="14" name="Text 12"/>
          <p:cNvSpPr/>
          <p:nvPr/>
        </p:nvSpPr>
        <p:spPr>
          <a:xfrm>
            <a:off x="781812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Учебный комплект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818120" y="292608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выбора эталона — уточнение.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выбора кандидаты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PZ-001, KR-055, AR-041.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JSON, DOCX, XML, PDF.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сессий Gate K не записаны.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 2026, НЕ НАШ ЗАМЕР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 же развилка,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в открытых работах года.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ARCHER, arXiv:2607.21883, и DocTrace — постановка задачи, не балл Контура.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FFFBF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915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Правила как данные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 компилируется в правило. Модель не выносит вердикт. У нас это data/matrix и ADR-0001.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47472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FFFBF5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63931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Ответ только с фрагментом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40233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страницы и источника проверка для аудита непригодна. У нас evidence_group: SHA-256, страница, polygon.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475488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FFFBF5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91947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Счёт на плане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5303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Подсчёт однотипных объектов на чертеже остаётся слабым. Эти правила у нас extractor_missing.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не работает.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 почему это сказано вслух.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B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945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/ 6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gold, режим location. Остановка: якорь или число не найдены. Не порог ТЗ.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01168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BF5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21945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MEASURED. На SILVER порог 0,95 не взят. Гейт I открыт.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BF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206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31520" y="48463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без экстрактора. Подсчёт на плане и часть таблиц сюда входят.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402336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B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4206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XML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37960" y="48463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 по контракту. Параметры из него не читаются.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Завтра — заморозка.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подачи — измерения.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29.09, 14:00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29260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B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Заморозить SHA. Менять только то, без чего стенд не стартует.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3931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человеком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0" y="39319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B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сессий, видео, слайды этой колоды. Рекордер сессии не заменяет.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49377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конкурса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49377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B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Bake-off OCR на замороженных страницах и геометрический слой. Не вместо честного отказа.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9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 ·  задача №10  ·  28.09.2026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07040" y="6446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34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Контур — сверка ПД, РД и ИД</dc:title>
  <dc:subject>Питч жюри, 28.09.2026. Пороги ТЗ не заявлены взятыми.</dc:subject>
  <dc:creator>Kontur</dc:creator>
  <cp:lastModifiedBy>Kontur</cp:lastModifiedBy>
  <cp:revision>1</cp:revision>
  <dcterms:created xsi:type="dcterms:W3CDTF">2026-09-28T06:27:47Z</dcterms:created>
  <dcterms:modified xsi:type="dcterms:W3CDTF">2026-09-28T06:27:47Z</dcterms:modified>
</cp:coreProperties>
</file>